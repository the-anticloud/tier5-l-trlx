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L_TRLX</a:t>
            </a:r>
          </a:p>
          <a:p>
            <a:r>
              <a:t>Tier: TIER_5_WORLD_NEURO_EMBODIED</a:t>
            </a:r>
          </a:p>
          <a:p>
            <a:r>
              <a:t>Identity: Upstream carperai/trlx @ 3340c2f3a56d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carperai/trlx |</a:t>
            </a:r>
          </a:p>
          <a:p>
            <a:r>
              <a:t>| Commit | 3340c2f3a56d1d14fdd5f13ad575121fa26b6d92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L_TRLX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