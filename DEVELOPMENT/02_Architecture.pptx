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/>
              <a:t>02 Architecture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Project: L_TRLX</a:t>
            </a:r>
          </a:p>
          <a:p>
            <a:r>
              <a:t>Tier: TIER_5_WORLD_NEURO_EMBODIED</a:t>
            </a:r>
          </a:p>
          <a:p>
            <a:r>
              <a:t>Identity: Upstream carperai/trlx @ 3340c2f3a56d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Purpose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Build, test, extend, and contribute.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This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Fact | Value |</a:t>
            </a:r>
          </a:p>
          <a:p>
            <a:r>
              <a:t>| --- | --- |</a:t>
            </a:r>
          </a:p>
          <a:p>
            <a:r>
              <a:t>| Upstream | carperai/trlx |</a:t>
            </a:r>
          </a:p>
          <a:p>
            <a:r>
              <a:t>| Commit | 3340c2f3a56d1d14fdd5f13ad575121fa26b6d92 |</a:t>
            </a:r>
          </a:p>
          <a:p>
            <a:r>
              <a:t>| Upstream licence | MIT |</a:t>
            </a:r>
          </a:p>
          <a:p>
            <a:r>
              <a:t>| Licence class | permissive |</a:t>
            </a:r>
          </a:p>
          <a:p>
            <a:r>
              <a:t>| Clone size | 1.69 MB |</a:t>
            </a:r>
          </a:p>
          <a:p>
            <a:r>
              <a:t>| Ledger | 0 blocks, chain verified |</a:t>
            </a:r>
          </a:p>
          <a:p>
            <a:r>
              <a:t>| Current TRL | NOT YET MEASURED |</a:t>
            </a:r>
          </a:p>
          <a:p>
            <a:r>
              <a:t>| Post-optimisation TRL | NOT YET MEASURED |</a:t>
            </a:r>
          </a:p>
          <a:p>
            <a:r>
              <a:t>| II budget cap | 1000.0 IIU |</a:t>
            </a:r>
          </a:p>
          <a:p>
            <a:r>
              <a:t>| Verified upstream edits | 1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Known gaps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Everything above is read from an artifact. Where this document says</a:t>
            </a:r>
          </a:p>
          <a:p>
            <a:r>
              <a:t>NOT YET MEASURED, the value has not been measured for L_TRLX as of</a:t>
            </a:r>
          </a:p>
          <a:p>
            <a:r>
              <a:t>generation. Filling those in requires a run or a decision, not editing.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